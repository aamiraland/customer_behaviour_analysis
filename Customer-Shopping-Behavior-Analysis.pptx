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image" Target="../media/image-8-2.png"/><Relationship Id="rId9" Type="http://schemas.openxmlformats.org/officeDocument/2006/relationships/image" Target="../media/image-8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89986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300424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3,900 transactions · 18 features · 4 product categories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61070"/>
            <a:ext cx="4667845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Dataset at a Glance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523577" y="1000199"/>
            <a:ext cx="466784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3,900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577" y="1512763"/>
            <a:ext cx="466784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Purchases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23577" y="1925687"/>
            <a:ext cx="466784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23577" y="2438251"/>
            <a:ext cx="466784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Features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23577" y="2851175"/>
            <a:ext cx="466784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23577" y="3363739"/>
            <a:ext cx="466784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Missing Values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577" y="3590404"/>
            <a:ext cx="466784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9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Rating column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23577" y="3997970"/>
            <a:ext cx="466784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$59.76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23577" y="4510534"/>
            <a:ext cx="4667845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Avg Purchase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Preparation in Python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239" y="706189"/>
            <a:ext cx="7223522" cy="394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12779" y="2562401"/>
            <a:ext cx="1673748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Load &amp; Explore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139276" y="2536720"/>
            <a:ext cx="167374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Clean Missing Values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4608" y="2545069"/>
            <a:ext cx="167374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Engineer Features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3577" y="4695453"/>
            <a:ext cx="8554045" cy="89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steps: median imputation for Review Rating, snake_case standardization, age_group binning, dropped redundant promo_code_used column.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than female customers, despite females representing a significant portion of buyers.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749823"/>
            <a:ext cx="3865959" cy="583332"/>
          </a:xfrm>
          <a:prstGeom prst="roundRect">
            <a:avLst>
              <a:gd name="adj" fmla="val 3847"/>
            </a:avLst>
          </a:prstGeom>
          <a:solidFill>
            <a:srgbClr val="71260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2967782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2921794"/>
            <a:ext cx="368744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Male revenue: $157,890 vs Female: $75,191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4040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Products &amp; Discount Patterns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23577" y="1191220"/>
            <a:ext cx="387161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5 Products by Rating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23577" y="1562174"/>
            <a:ext cx="3871615" cy="2471142"/>
          </a:xfrm>
          <a:prstGeom prst="roundRect">
            <a:avLst>
              <a:gd name="adj" fmla="val 88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1975619"/>
            <a:ext cx="3871615" cy="905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386682"/>
            <a:ext cx="3871615" cy="905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797746"/>
            <a:ext cx="3871615" cy="905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3208809"/>
            <a:ext cx="3871615" cy="905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619872"/>
            <a:ext cx="3871615" cy="905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73224" y="1655936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4269" y="1655936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3224" y="2066999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Gloves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4269" y="2066999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3.86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3224" y="2478063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Sandals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4269" y="2478063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3.84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3224" y="2889126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4269" y="2889126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3.82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3224" y="3300189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4269" y="3300189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3.80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3224" y="3711253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Skirt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4269" y="3711253"/>
            <a:ext cx="20984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3.78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3570" y="1191220"/>
            <a:ext cx="387161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Highest Discount Rates</a:t>
            </a:r>
            <a:endParaRPr lang="en-US" sz="13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3570" y="1562174"/>
            <a:ext cx="3871615" cy="90956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993704" y="1726109"/>
            <a:ext cx="3467546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Hat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93704" y="2079501"/>
            <a:ext cx="3467546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50.00% discounted</a:t>
            </a:r>
            <a:endParaRPr lang="en-US" sz="11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3570" y="2612082"/>
            <a:ext cx="3871615" cy="90956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993704" y="2776017"/>
            <a:ext cx="3467546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Sneakers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993704" y="3129409"/>
            <a:ext cx="3467546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49.66% discounted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53570" y="3661990"/>
            <a:ext cx="3871615" cy="90956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993704" y="3825925"/>
            <a:ext cx="3467546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Coat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993704" y="4179317"/>
            <a:ext cx="3467546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49.07% discounted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Subscription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61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non-subscribers ·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27%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subscribers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Avg spend is nearly identical: $59.87 vs $59.49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645048"/>
            <a:ext cx="3865959" cy="822722"/>
          </a:xfrm>
          <a:prstGeom prst="roundRect">
            <a:avLst>
              <a:gd name="adj" fmla="val 2728"/>
            </a:avLst>
          </a:prstGeom>
          <a:solidFill>
            <a:srgbClr val="71260E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2863007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2817019"/>
            <a:ext cx="323024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839 high-spenders used discounts yet exceeded avg purchase amount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112713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777082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73150" y="1926654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3150" y="223636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3,116 customers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777082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3081858" y="1926654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1858" y="2236366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701 customers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2774900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673150" y="2924473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3150" y="3234184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83 customers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3577" y="3791396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Repeat buyers (&gt;5 purchases):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958 subscribed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vs 2,518 did not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Sales by Age Group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0176" y="1863030"/>
            <a:ext cx="1858491" cy="647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46898" y="1882080"/>
            <a:ext cx="165176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Young Adults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46898" y="2251621"/>
            <a:ext cx="165176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1,028 sales — highest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6620" y="1863030"/>
            <a:ext cx="1858566" cy="6470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73342" y="1882080"/>
            <a:ext cx="16518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Middle-aged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973342" y="2251621"/>
            <a:ext cx="165184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986 sales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40176" y="2771180"/>
            <a:ext cx="1858491" cy="64703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46898" y="2790230"/>
            <a:ext cx="165176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Senior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946898" y="3159770"/>
            <a:ext cx="165176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944 sales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6620" y="2771180"/>
            <a:ext cx="1858566" cy="64703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73342" y="2790230"/>
            <a:ext cx="165184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Adult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973342" y="3159770"/>
            <a:ext cx="165184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942 sales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039564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577" y="1703933"/>
            <a:ext cx="299219" cy="2992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38799" y="1755353"/>
            <a:ext cx="4181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3.9K Customers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38799" y="2065065"/>
            <a:ext cx="41816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Interactive filters: Gender, Category, Subscription, Shipping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603674"/>
            <a:ext cx="299219" cy="2992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38799" y="2655094"/>
            <a:ext cx="4181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$233K Total Revenue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38799" y="2964805"/>
            <a:ext cx="41816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Clothing leads at $104K; Outerwear lowest at $19K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3503414"/>
            <a:ext cx="299219" cy="2992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38799" y="3554834"/>
            <a:ext cx="4181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3.75 Avg Rating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38799" y="3864546"/>
            <a:ext cx="418162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Across all categories and age groups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768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Business Recommendations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1131503"/>
            <a:ext cx="210369" cy="210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9363" y="1127224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79363" y="1412379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188" y="1897000"/>
            <a:ext cx="210369" cy="2103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9363" y="1892722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Loyalty Programs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79363" y="2177876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188" y="2662498"/>
            <a:ext cx="210369" cy="2103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9363" y="2658219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Discount Policy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79363" y="2943374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Balance sales lift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188" y="3427995"/>
            <a:ext cx="210369" cy="2103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9363" y="3423717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 Positioning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979363" y="3708871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Highlight top-rated &amp; best-sellers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188" y="4193493"/>
            <a:ext cx="210369" cy="2103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9363" y="4189214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Targeted Marketing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979363" y="4474369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Focus on high-revenue age groups &amp; express 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2026-07-19T14:22:21Z</dcterms:created>
  <dcterms:modified xsi:type="dcterms:W3CDTF">2026-07-19T14:22:21Z</dcterms:modified>
</cp:coreProperties>
</file>